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8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0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5427345" y="3128010"/>
            <a:ext cx="1237615" cy="646430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LLM</a:t>
            </a: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4" name="圆角矩形 3"/>
          <p:cNvSpPr/>
          <p:nvPr>
            <p:custDataLst>
              <p:tags r:id="rId1"/>
            </p:custDataLst>
          </p:nvPr>
        </p:nvSpPr>
        <p:spPr>
          <a:xfrm>
            <a:off x="4871720" y="2334895"/>
            <a:ext cx="2348230" cy="2045335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11800" y="2505710"/>
            <a:ext cx="1068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Harness</a:t>
            </a:r>
            <a:endParaRPr lang="en-US" altLang="zh-CN" sz="1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圆角矩形 14"/>
          <p:cNvSpPr/>
          <p:nvPr>
            <p:custDataLst>
              <p:tags r:id="rId2"/>
            </p:custDataLst>
          </p:nvPr>
        </p:nvSpPr>
        <p:spPr>
          <a:xfrm>
            <a:off x="8288020" y="2334895"/>
            <a:ext cx="2182495" cy="2045335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Agent</a:t>
            </a: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1000">
                <a:solidFill>
                  <a:schemeClr val="tx1">
                    <a:lumMod val="65000"/>
                    <a:lumOff val="35000"/>
                  </a:scheme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(</a:t>
            </a: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具体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</a:scheme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)</a:t>
            </a:r>
            <a:endParaRPr lang="en-US" altLang="zh-CN" sz="1000">
              <a:solidFill>
                <a:schemeClr val="tx1">
                  <a:lumMod val="65000"/>
                  <a:lumOff val="35000"/>
                </a:schemeClr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  <a:p>
            <a:pPr lvl="0" algn="ctr">
              <a:buClrTx/>
              <a:buSzTx/>
              <a:buFontTx/>
            </a:pP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或者</a:t>
            </a:r>
            <a:r>
              <a:rPr lang="en-US" altLang="zh-CN" sz="900">
                <a:solidFill>
                  <a:schemeClr val="tx1">
                    <a:lumMod val="65000"/>
                    <a:lumOff val="35000"/>
                  </a:scheme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 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</a:scheme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Agent Arch Framework</a:t>
            </a:r>
            <a:endParaRPr lang="en-US" altLang="zh-CN" sz="1000">
              <a:solidFill>
                <a:schemeClr val="tx1">
                  <a:lumMod val="65000"/>
                  <a:lumOff val="35000"/>
                </a:schemeClr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</p:txBody>
      </p:sp>
      <p:sp>
        <p:nvSpPr>
          <p:cNvPr id="16" name="右箭头 15"/>
          <p:cNvSpPr/>
          <p:nvPr/>
        </p:nvSpPr>
        <p:spPr>
          <a:xfrm>
            <a:off x="7485380" y="3154045"/>
            <a:ext cx="521970" cy="244475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>
            <p:custDataLst>
              <p:tags r:id="rId3"/>
            </p:custDataLst>
          </p:nvPr>
        </p:nvSpPr>
        <p:spPr>
          <a:xfrm>
            <a:off x="4208780" y="1961515"/>
            <a:ext cx="7138670" cy="2934335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4"/>
            </p:custDataLst>
          </p:nvPr>
        </p:nvSpPr>
        <p:spPr>
          <a:xfrm>
            <a:off x="4515485" y="530860"/>
            <a:ext cx="2869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</a:rPr>
              <a:t>Agent Engineering</a:t>
            </a:r>
            <a:endParaRPr lang="en-US" altLang="zh-CN" sz="2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1396365" y="3776345"/>
            <a:ext cx="2799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Prompt Engineer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ing</a:t>
            </a: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1396365" y="3122930"/>
            <a:ext cx="2526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Context 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Engineering</a:t>
            </a: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文本框 20"/>
          <p:cNvSpPr txBox="1"/>
          <p:nvPr>
            <p:custDataLst>
              <p:tags r:id="rId7"/>
            </p:custDataLst>
          </p:nvPr>
        </p:nvSpPr>
        <p:spPr>
          <a:xfrm>
            <a:off x="1396365" y="2475865"/>
            <a:ext cx="2799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Harness 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Engineering</a:t>
            </a: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2" name="直接箭头连接符 21"/>
          <p:cNvCxnSpPr/>
          <p:nvPr>
            <p:custDataLst>
              <p:tags r:id="rId8"/>
            </p:custDataLst>
          </p:nvPr>
        </p:nvCxnSpPr>
        <p:spPr>
          <a:xfrm flipH="1">
            <a:off x="3738880" y="2701290"/>
            <a:ext cx="113347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>
            <p:custDataLst>
              <p:tags r:id="rId9"/>
            </p:custDataLst>
          </p:nvPr>
        </p:nvCxnSpPr>
        <p:spPr>
          <a:xfrm flipH="1">
            <a:off x="3738880" y="3344545"/>
            <a:ext cx="113347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>
            <p:custDataLst>
              <p:tags r:id="rId10"/>
            </p:custDataLst>
          </p:nvPr>
        </p:nvCxnSpPr>
        <p:spPr>
          <a:xfrm flipH="1">
            <a:off x="3738880" y="3987800"/>
            <a:ext cx="113347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>
            <p:custDataLst>
              <p:tags r:id="rId11"/>
            </p:custDataLst>
          </p:nvPr>
        </p:nvCxnSpPr>
        <p:spPr>
          <a:xfrm flipV="1">
            <a:off x="2503805" y="2830830"/>
            <a:ext cx="0" cy="314960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>
            <p:custDataLst>
              <p:tags r:id="rId12"/>
            </p:custDataLst>
          </p:nvPr>
        </p:nvCxnSpPr>
        <p:spPr>
          <a:xfrm flipV="1">
            <a:off x="2503805" y="3491230"/>
            <a:ext cx="0" cy="314960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>
            <p:custDataLst>
              <p:tags r:id="rId13"/>
            </p:custDataLst>
          </p:nvPr>
        </p:nvSpPr>
        <p:spPr>
          <a:xfrm>
            <a:off x="4274185" y="5561330"/>
            <a:ext cx="3544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bg1">
                    <a:lumMod val="75000"/>
                  </a:schemeClr>
                </a:solidFill>
              </a:rPr>
              <a:t>Agent Programing Framework</a:t>
            </a:r>
            <a:endParaRPr lang="en-US" altLang="zh-CN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31" name="直接箭头连接符 30"/>
          <p:cNvCxnSpPr>
            <a:endCxn id="30" idx="0"/>
          </p:cNvCxnSpPr>
          <p:nvPr>
            <p:custDataLst>
              <p:tags r:id="rId14"/>
            </p:custDataLst>
          </p:nvPr>
        </p:nvCxnSpPr>
        <p:spPr>
          <a:xfrm>
            <a:off x="6046470" y="4389120"/>
            <a:ext cx="0" cy="117221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>
            <a:stCxn id="18" idx="3"/>
          </p:cNvCxnSpPr>
          <p:nvPr/>
        </p:nvCxnSpPr>
        <p:spPr>
          <a:xfrm>
            <a:off x="7385050" y="761365"/>
            <a:ext cx="406146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endCxn id="18" idx="1"/>
          </p:cNvCxnSpPr>
          <p:nvPr>
            <p:custDataLst>
              <p:tags r:id="rId15"/>
            </p:custDataLst>
          </p:nvPr>
        </p:nvCxnSpPr>
        <p:spPr>
          <a:xfrm>
            <a:off x="327025" y="761365"/>
            <a:ext cx="418846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16"/>
            </p:custDataLst>
          </p:nvPr>
        </p:nvCxnSpPr>
        <p:spPr>
          <a:xfrm>
            <a:off x="436880" y="6446520"/>
            <a:ext cx="1107059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37820" y="2520315"/>
            <a:ext cx="5943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bg1">
                    <a:lumMod val="75000"/>
                  </a:schemeClr>
                </a:solidFill>
              </a:rPr>
              <a:t>2026</a:t>
            </a:r>
            <a:endParaRPr lang="en-US" altLang="zh-CN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17"/>
            </p:custDataLst>
          </p:nvPr>
        </p:nvSpPr>
        <p:spPr>
          <a:xfrm>
            <a:off x="337820" y="3172460"/>
            <a:ext cx="5943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bg1">
                    <a:lumMod val="75000"/>
                  </a:schemeClr>
                </a:solidFill>
              </a:rPr>
              <a:t>2025</a:t>
            </a:r>
            <a:endParaRPr lang="en-US" altLang="zh-CN" sz="14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18"/>
            </p:custDataLst>
          </p:nvPr>
        </p:nvSpPr>
        <p:spPr>
          <a:xfrm>
            <a:off x="337820" y="3814445"/>
            <a:ext cx="10585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bg1">
                    <a:lumMod val="75000"/>
                  </a:schemeClr>
                </a:solidFill>
              </a:rPr>
              <a:t>2022-2024</a:t>
            </a:r>
            <a:endParaRPr lang="en-US" altLang="zh-CN" sz="140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</Words>
  <Application>WPS 表格</Application>
  <PresentationFormat>宽屏</PresentationFormat>
  <Paragraphs>25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PingFang SC Regular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WPS_1648124069</cp:lastModifiedBy>
  <cp:revision>81</cp:revision>
  <dcterms:created xsi:type="dcterms:W3CDTF">2026-09-15T07:14:31Z</dcterms:created>
  <dcterms:modified xsi:type="dcterms:W3CDTF">2026-09-15T07:14:31Z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2052-6.7.0.8823</vt:lpwstr>
  </property>
  <property fmtid="{D5CDD505-2E9C-101B-9397-08002B2CF9AE}" pid="3" name="ICV">
    <vt:lpwstr>B1668C8692DB5357CEA9A76AD9054872_41</vt:lpwstr>
  </property>
</Properties>
</file>